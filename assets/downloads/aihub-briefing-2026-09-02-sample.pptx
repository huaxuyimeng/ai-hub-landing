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6900" y="508000"/>
            <a:ext cx="4572000" cy="355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2026-09-02 · 周三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6900" y="965200"/>
            <a:ext cx="8229600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6900" y="2006600"/>
            <a:ext cx="73152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 AI Coding × 具身智能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6900" y="2921000"/>
            <a:ext cx="3111500" cy="1092200"/>
          </a:xfrm>
          <a:prstGeom prst="roundRect">
            <a:avLst>
              <a:gd name="adj" fmla="val 10465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700" y="3086100"/>
            <a:ext cx="275590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4700" y="3619500"/>
            <a:ext cx="27559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条精选新闻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5900" y="2921000"/>
            <a:ext cx="3111500" cy="1092200"/>
          </a:xfrm>
          <a:prstGeom prst="roundRect">
            <a:avLst>
              <a:gd name="adj" fmla="val 10465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3700" y="3086100"/>
            <a:ext cx="275590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03700" y="3619500"/>
            <a:ext cx="27559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类信源家族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4900" y="2921000"/>
            <a:ext cx="3111500" cy="1092200"/>
          </a:xfrm>
          <a:prstGeom prst="roundRect">
            <a:avLst>
              <a:gd name="adj" fmla="val 10465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2700" y="3086100"/>
            <a:ext cx="275590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B4·C3·D1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32700" y="3619500"/>
            <a:ext cx="27559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置信度分布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26200"/>
            <a:ext cx="1219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15100"/>
            <a:ext cx="54864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AIHub · 每日 AI 新闻精选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63200" y="6515100"/>
            <a:ext cx="13716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2026-09-02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本期概览与置信度评级方法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刻意区分「转载数量」与「独立信源数量」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0" y="279400"/>
            <a:ext cx="2590800" cy="381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70000"/>
            <a:ext cx="25400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6553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在长代码生成任务上首次跑通形式化验证回路，错误率从 12% 降至 1.4%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981200"/>
            <a:ext cx="6553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发布 Claude 4.5，多模态 Agent 在长程规划任务上超过人类基线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2311400"/>
            <a:ext cx="6553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具身智能赛道单周 3 起融资，累计金额 2.4 亿美元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19400"/>
            <a:ext cx="25400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置信度分布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2200" y="3149600"/>
            <a:ext cx="25400" cy="254000"/>
          </a:xfrm>
          <a:prstGeom prst="roundRect">
            <a:avLst>
              <a:gd name="adj" fmla="val 6944"/>
            </a:avLst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092200" y="3454400"/>
            <a:ext cx="6096000" cy="254000"/>
          </a:xfrm>
          <a:prstGeom prst="roundRect">
            <a:avLst>
              <a:gd name="adj" fmla="val 694"/>
            </a:avLst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2200" y="3759200"/>
            <a:ext cx="4572000" cy="254000"/>
          </a:xfrm>
          <a:prstGeom prst="roundRect">
            <a:avLst>
              <a:gd name="adj" fmla="val 694"/>
            </a:avLst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2200" y="4064000"/>
            <a:ext cx="1524000" cy="254000"/>
          </a:xfrm>
          <a:prstGeom prst="roundRect">
            <a:avLst>
              <a:gd name="adj" fmla="val 694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0" y="1270000"/>
            <a:ext cx="41148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评级方法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0" y="1651000"/>
            <a:ext cx="279400" cy="279400"/>
          </a:xfrm>
          <a:prstGeom prst="roundRect">
            <a:avLst>
              <a:gd name="adj" fmla="val 13636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5600" y="1651000"/>
            <a:ext cx="3759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极高：≥3 独立信源 + 一手官方链接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20000" y="2006600"/>
            <a:ext cx="279400" cy="279400"/>
          </a:xfrm>
          <a:prstGeom prst="roundRect">
            <a:avLst>
              <a:gd name="adj" fmla="val 13636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5600" y="2006600"/>
            <a:ext cx="3759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高：2 独立信源，或 1 源 + 一手链接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20000" y="2362200"/>
            <a:ext cx="279400" cy="279400"/>
          </a:xfrm>
          <a:prstGeom prst="roundRect">
            <a:avLst>
              <a:gd name="adj" fmla="val 13636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5600" y="2362200"/>
            <a:ext cx="3759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中：单一信源，自洽但无二方印证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20000" y="2717800"/>
            <a:ext cx="279400" cy="279400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5600" y="2717800"/>
            <a:ext cx="37592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存疑：多转载同源，或数字互相矛盾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0000" y="3175000"/>
            <a:ext cx="41148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信源家族（4 类）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0" y="3505200"/>
            <a:ext cx="4114800" cy="3556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0" y="3911600"/>
            <a:ext cx="4114800" cy="35560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0" y="4318000"/>
            <a:ext cx="4114800" cy="3556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0" y="4724400"/>
            <a:ext cx="4114800" cy="35560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016000"/>
            <a:ext cx="2794000" cy="4572000"/>
          </a:xfrm>
          <a:prstGeom prst="roundRect">
            <a:avLst>
              <a:gd name="adj" fmla="val 7273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000" y="2032000"/>
            <a:ext cx="2794000" cy="152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35000" y="3810000"/>
            <a:ext cx="27940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· 智能编程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0000" y="1016000"/>
            <a:ext cx="79248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7000" y="1117600"/>
            <a:ext cx="457200" cy="812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70400" y="1117600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形式化验证回路在长代码生成上跑通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0400" y="1371600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错误率从 12% 降至 1.4%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70400" y="1752600"/>
            <a:ext cx="7747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28400" y="1409700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00" y="2133600"/>
            <a:ext cx="7924800" cy="101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7000" y="2235200"/>
            <a:ext cx="457200" cy="812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0400" y="2235200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4.5 发布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0400" y="2489200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长程规划超人类基线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70400" y="28702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28400" y="2527300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0" y="3251200"/>
            <a:ext cx="79248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7000" y="3352800"/>
            <a:ext cx="457200" cy="812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0400" y="3352800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 编程能力更新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70400" y="3606800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提升 8%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70400" y="39878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28400" y="3644900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4368800"/>
            <a:ext cx="7924800" cy="101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7000" y="4470400"/>
            <a:ext cx="457200" cy="812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70400" y="4470400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 0.45 支持多仓库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70400" y="4724400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跨项目依赖图构建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70400" y="51054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28400" y="4762500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71856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方向 · 智能编程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60400"/>
            <a:ext cx="371856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从「生成代码」到「可证明正确」「成本可控」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200" y="1651000"/>
            <a:ext cx="4226560" cy="76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形式化验证回路在长代码生成上跑通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3200" y="2667000"/>
            <a:ext cx="4226560" cy="10160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600" y="2794000"/>
            <a:ext cx="392176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5600" y="3276600"/>
            <a:ext cx="392176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 · 较 12% 大幅下降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6797040" cy="48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麻省理工团队发表论文，提出将形式化验证嵌入 LLM 代码生成回路，在 5 万行级代码库上将错误率从 12% 降至 1.4%。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048000"/>
            <a:ext cx="679704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形式化验证是 AI Coding 落地的关键拐点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683000"/>
            <a:ext cx="6797040" cy="25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一手来源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4000500"/>
            <a:ext cx="6797040" cy="25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016000"/>
            <a:ext cx="2794000" cy="4572000"/>
          </a:xfrm>
          <a:prstGeom prst="roundRect">
            <a:avLst>
              <a:gd name="adj" fmla="val 7273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000" y="2032000"/>
            <a:ext cx="2794000" cy="152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35000" y="3810000"/>
            <a:ext cx="27940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· 具身智能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0000" y="1016000"/>
            <a:ext cx="7924800" cy="1354667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7000" y="1117600"/>
            <a:ext cx="457200" cy="11514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70400" y="1117600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02 完成家庭任务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0400" y="1371600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端到端神经网络方案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70400" y="2091267"/>
            <a:ext cx="7747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28400" y="1579033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00" y="2472267"/>
            <a:ext cx="7924800" cy="1354667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7000" y="2573867"/>
            <a:ext cx="457200" cy="11514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0400" y="2573867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 Intelligence 融资 4 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0400" y="2827867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 24 亿美元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70400" y="3547533"/>
            <a:ext cx="5080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28400" y="3035300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0" y="3928533"/>
            <a:ext cx="7924800" cy="1354667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7000" y="4030133"/>
            <a:ext cx="457200" cy="11514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0400" y="4030133"/>
            <a:ext cx="66548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1X 发布 Neo 家用机器人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70400" y="4284133"/>
            <a:ext cx="6654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 2 万美元起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70400" y="5003800"/>
            <a:ext cx="660400" cy="203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28400" y="4491567"/>
            <a:ext cx="2794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71856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具身智能方向 · Embodied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60400"/>
            <a:ext cx="371856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Agent 溢出到物理世界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200" y="1651000"/>
            <a:ext cx="4226560" cy="76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02 完成家庭任务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143000"/>
            <a:ext cx="679704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02 视频展示端到端神经网络方案完成家务。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3048000"/>
            <a:ext cx="679704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硬件本体开始接近演示级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传闻：GPT-6 训练完成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需要保持怀疑的传闻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41000" y="2794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1277600" cy="1270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400" y="1371600"/>
            <a:ext cx="3556000" cy="812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→  25+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394200" y="1447800"/>
            <a:ext cx="6858000" cy="76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独立信源 1，转载 25+ —— 转载 ≠ 独立信源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16200"/>
            <a:ext cx="36576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事件本身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325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某匿名爆料称 GPT-6 已完成训练，将于年底发布。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67200" y="2616200"/>
            <a:ext cx="36576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为何评为 D 存疑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67200" y="2971800"/>
            <a:ext cx="3657600" cy="325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无独立信源印证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官方未确认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数字无第三方报告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77200" y="2616200"/>
            <a:ext cx="36576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为何仍值得关注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77200" y="2971800"/>
            <a:ext cx="3657600" cy="325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若属实将是行业重大事件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站视频作者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 AI 早报口播作者 · 信源透明说明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70000"/>
            <a:ext cx="11277600" cy="48260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70000"/>
            <a:ext cx="11277600" cy="635000"/>
          </a:xfrm>
          <a:prstGeom prst="rect">
            <a:avLst/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400" y="1397000"/>
            <a:ext cx="101346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橘鸦Juya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400" y="1651000"/>
            <a:ext cx="101346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已取全文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45800" y="1447800"/>
            <a:ext cx="7620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400" y="2108200"/>
            <a:ext cx="10871200" cy="2095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 AI Coding 方向的日更 UP 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400" y="5715000"/>
            <a:ext cx="108712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https://space.bilibili.com/285286947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交叉验证汇总 · 置信度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每条均标注独立信源数、一手链接与置信度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600" cy="4521200"/>
        </p:xfrm>
        <a:graphic>
          <a:graphicData uri="http://schemas.openxmlformats.org/drawingml/2006/table">
            <a:tbl>
              <a:tblPr/>
              <a:tblGrid>
                <a:gridCol w="1879600"/>
                <a:gridCol w="1879600"/>
                <a:gridCol w="1879600"/>
                <a:gridCol w="1879600"/>
                <a:gridCol w="1879600"/>
                <a:gridCol w="1879600"/>
              </a:tblGrid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独立信源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一手链接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形式化验证回路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MIT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4.5 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Anthropic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编程更新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 0.45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Cursor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Figure 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 融资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TechCrunch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1X Neo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1X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3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GPT-6 传闻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1（25+ 转载）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67400"/>
            <a:ext cx="112776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本期置信度分布：B 级 4 条 / C 级 3 条 / D 级 1 条（传闻）。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三条趋势判断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未来一年主线 · AI Coding × 具身智能 × 治理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70000"/>
            <a:ext cx="2540000" cy="457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2540000" cy="165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4191000"/>
            <a:ext cx="2540000" cy="30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B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· 趋势判断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78200" y="1270000"/>
            <a:ext cx="8356600" cy="1456267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81400" y="1498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0200" y="1498600"/>
            <a:ext cx="73914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形式化验证成为 Coding 标配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40200" y="1803400"/>
            <a:ext cx="7391400" cy="2095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从「能用」到「可证明正确」是新阶段的关键拐点，预计未来一年 60% 的 Coding Agent 将集成验证回路。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8200" y="2827867"/>
            <a:ext cx="8356600" cy="1456267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1400" y="305646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0200" y="3056467"/>
            <a:ext cx="73914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具身智能进入家庭场景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40200" y="3361267"/>
            <a:ext cx="7391400" cy="2095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Agent 能力溢出到物理世界，Figure 02、1X Neo 等产品的演示表明硬件本体已接近实用化。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78200" y="4385733"/>
            <a:ext cx="8356600" cy="1456267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1400" y="461433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0200" y="4614333"/>
            <a:ext cx="73914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治理成为基础设施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40200" y="4919133"/>
            <a:ext cx="7391400" cy="2095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AI Agent 介入关键决策，治理框架（安全评估、可解释性、追责机制）从可选项变为必选项。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620000" cy="406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信源清单与说明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0400"/>
            <a:ext cx="76200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全部新闻均来自以下相互独立的信息源家族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1300" cy="5080000"/>
          </a:xfrm>
          <a:prstGeom prst="roundRect">
            <a:avLst>
              <a:gd name="adj" fmla="val 182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800" y="1270000"/>
            <a:ext cx="25781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聚合源（2）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800" y="16002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MIT Technology Rev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8800" y="18288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TechCrunch 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89300" y="1143000"/>
            <a:ext cx="2781300" cy="5080000"/>
          </a:xfrm>
          <a:prstGeom prst="roundRect">
            <a:avLst>
              <a:gd name="adj" fmla="val 1826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900" y="1270000"/>
            <a:ext cx="25781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视频作者（1）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90900" y="16002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橘鸦Juya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1400" y="1143000"/>
            <a:ext cx="2781300" cy="5080000"/>
          </a:xfrm>
          <a:prstGeom prst="roundRect">
            <a:avLst>
              <a:gd name="adj" fmla="val 1826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3000" y="1270000"/>
            <a:ext cx="25781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第三方交叉（2）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23000" y="16002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The Verge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23000" y="18288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Ars Technica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53500" y="1143000"/>
            <a:ext cx="2781300" cy="5080000"/>
          </a:xfrm>
          <a:prstGeom prst="roundRect">
            <a:avLst>
              <a:gd name="adj" fmla="val 182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5100" y="1270000"/>
            <a:ext cx="2578100" cy="279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一手官方（3）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55100" y="16002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Anthropic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5100" y="18288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5100" y="2057400"/>
            <a:ext cx="25781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DeepMind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2000" y="6578600"/>
            <a:ext cx="812800" cy="20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AIHub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日报 2026-09-02</dc:title>
  <dc:subject>PptxGenJS Presentation</dc:subject>
  <dc:creator>AIHub</dc:creator>
  <cp:lastModifiedBy>AIHub</cp:lastModifiedBy>
  <cp:revision>1</cp:revision>
  <dcterms:created xsi:type="dcterms:W3CDTF">2026-09-03T06:39:59Z</dcterms:created>
  <dcterms:modified xsi:type="dcterms:W3CDTF">2026-09-03T06:39:59Z</dcterms:modified>
</cp:coreProperties>
</file>